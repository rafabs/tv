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57" r:id="rId5"/>
    <p:sldId id="259" r:id="rId6"/>
    <p:sldId id="260" r:id="rId7"/>
    <p:sldId id="261" r:id="rId8"/>
    <p:sldId id="262" r:id="rId9"/>
    <p:sldId id="258" r:id="rId10"/>
  </p:sldIdLst>
  <p:sldSz cx="6858000" cy="12192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A477"/>
    <a:srgbClr val="242424"/>
    <a:srgbClr val="EF2517"/>
    <a:srgbClr val="F98300"/>
    <a:srgbClr val="FFCA00"/>
    <a:srgbClr val="0095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C81F2C-6C5D-43FC-975B-AB0E7060F46B}" v="42" dt="2023-10-02T17:32:20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25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fael Barbosa" userId="e85c8a03f9c5b7e8" providerId="LiveId" clId="{79C81F2C-6C5D-43FC-975B-AB0E7060F46B}"/>
    <pc:docChg chg="undo custSel addSld delSld modSld sldOrd">
      <pc:chgData name="Rafael Barbosa" userId="e85c8a03f9c5b7e8" providerId="LiveId" clId="{79C81F2C-6C5D-43FC-975B-AB0E7060F46B}" dt="2023-10-02T17:32:20.968" v="671" actId="14826"/>
      <pc:docMkLst>
        <pc:docMk/>
      </pc:docMkLst>
      <pc:sldChg chg="addSp delSp modSp new mod setBg">
        <pc:chgData name="Rafael Barbosa" userId="e85c8a03f9c5b7e8" providerId="LiveId" clId="{79C81F2C-6C5D-43FC-975B-AB0E7060F46B}" dt="2023-10-02T17:32:20.968" v="671" actId="14826"/>
        <pc:sldMkLst>
          <pc:docMk/>
          <pc:sldMk cId="3942700413" sldId="256"/>
        </pc:sldMkLst>
        <pc:spChg chg="add del mod">
          <ac:chgData name="Rafael Barbosa" userId="e85c8a03f9c5b7e8" providerId="LiveId" clId="{79C81F2C-6C5D-43FC-975B-AB0E7060F46B}" dt="2023-10-02T17:32:06.432" v="617" actId="478"/>
          <ac:spMkLst>
            <pc:docMk/>
            <pc:sldMk cId="3942700413" sldId="256"/>
            <ac:spMk id="2" creationId="{1CB25DF7-C0AF-1A94-E645-87DA7FB13949}"/>
          </ac:spMkLst>
        </pc:spChg>
        <pc:spChg chg="del mod">
          <ac:chgData name="Rafael Barbosa" userId="e85c8a03f9c5b7e8" providerId="LiveId" clId="{79C81F2C-6C5D-43FC-975B-AB0E7060F46B}" dt="2023-10-01T17:40:31.705" v="3" actId="478"/>
          <ac:spMkLst>
            <pc:docMk/>
            <pc:sldMk cId="3942700413" sldId="256"/>
            <ac:spMk id="2" creationId="{8A6111B6-5C61-E650-15A7-C04C3E10A098}"/>
          </ac:spMkLst>
        </pc:spChg>
        <pc:spChg chg="add mod">
          <ac:chgData name="Rafael Barbosa" userId="e85c8a03f9c5b7e8" providerId="LiveId" clId="{79C81F2C-6C5D-43FC-975B-AB0E7060F46B}" dt="2023-10-02T17:32:12.919" v="665" actId="1035"/>
          <ac:spMkLst>
            <pc:docMk/>
            <pc:sldMk cId="3942700413" sldId="256"/>
            <ac:spMk id="4" creationId="{3B59A488-F83D-20F2-AA7D-05038F2E8832}"/>
          </ac:spMkLst>
        </pc:spChg>
        <pc:spChg chg="add mod">
          <ac:chgData name="Rafael Barbosa" userId="e85c8a03f9c5b7e8" providerId="LiveId" clId="{79C81F2C-6C5D-43FC-975B-AB0E7060F46B}" dt="2023-10-02T17:31:58.191" v="615" actId="20577"/>
          <ac:spMkLst>
            <pc:docMk/>
            <pc:sldMk cId="3942700413" sldId="256"/>
            <ac:spMk id="8" creationId="{C749032D-7E82-2970-10BC-6C7DB82A2DDE}"/>
          </ac:spMkLst>
        </pc:spChg>
        <pc:spChg chg="add mod">
          <ac:chgData name="Rafael Barbosa" userId="e85c8a03f9c5b7e8" providerId="LiveId" clId="{79C81F2C-6C5D-43FC-975B-AB0E7060F46B}" dt="2023-10-02T17:32:15.614" v="670" actId="20577"/>
          <ac:spMkLst>
            <pc:docMk/>
            <pc:sldMk cId="3942700413" sldId="256"/>
            <ac:spMk id="9" creationId="{0250644C-8C05-3BE1-9E65-48AC449346C0}"/>
          </ac:spMkLst>
        </pc:spChg>
        <pc:spChg chg="add mod">
          <ac:chgData name="Rafael Barbosa" userId="e85c8a03f9c5b7e8" providerId="LiveId" clId="{79C81F2C-6C5D-43FC-975B-AB0E7060F46B}" dt="2023-10-02T17:26:48.781" v="509" actId="20577"/>
          <ac:spMkLst>
            <pc:docMk/>
            <pc:sldMk cId="3942700413" sldId="256"/>
            <ac:spMk id="10" creationId="{E38E50B8-D905-70CF-6B50-E53D5106A3ED}"/>
          </ac:spMkLst>
        </pc:spChg>
        <pc:spChg chg="add del mod">
          <ac:chgData name="Rafael Barbosa" userId="e85c8a03f9c5b7e8" providerId="LiveId" clId="{79C81F2C-6C5D-43FC-975B-AB0E7060F46B}" dt="2023-10-02T17:28:12.560" v="548" actId="478"/>
          <ac:spMkLst>
            <pc:docMk/>
            <pc:sldMk cId="3942700413" sldId="256"/>
            <ac:spMk id="11" creationId="{90D7FDD1-2B8D-F8E0-9224-52C26BCF7D87}"/>
          </ac:spMkLst>
        </pc:spChg>
        <pc:picChg chg="add del mod">
          <ac:chgData name="Rafael Barbosa" userId="e85c8a03f9c5b7e8" providerId="LiveId" clId="{79C81F2C-6C5D-43FC-975B-AB0E7060F46B}" dt="2023-10-01T17:41:30.858" v="19" actId="478"/>
          <ac:picMkLst>
            <pc:docMk/>
            <pc:sldMk cId="3942700413" sldId="256"/>
            <ac:picMk id="5" creationId="{D7B5A15C-1933-7B6A-1A33-9652D5E8F776}"/>
          </ac:picMkLst>
        </pc:picChg>
        <pc:picChg chg="add mod">
          <ac:chgData name="Rafael Barbosa" userId="e85c8a03f9c5b7e8" providerId="LiveId" clId="{79C81F2C-6C5D-43FC-975B-AB0E7060F46B}" dt="2023-10-02T17:32:20.968" v="671" actId="14826"/>
          <ac:picMkLst>
            <pc:docMk/>
            <pc:sldMk cId="3942700413" sldId="256"/>
            <ac:picMk id="7" creationId="{A37E12C4-435B-3840-D611-7DB3A00C7109}"/>
          </ac:picMkLst>
        </pc:picChg>
      </pc:sldChg>
      <pc:sldChg chg="addSp delSp modSp add mod ord">
        <pc:chgData name="Rafael Barbosa" userId="e85c8a03f9c5b7e8" providerId="LiveId" clId="{79C81F2C-6C5D-43FC-975B-AB0E7060F46B}" dt="2023-10-01T17:59:23.590" v="473" actId="20577"/>
        <pc:sldMkLst>
          <pc:docMk/>
          <pc:sldMk cId="881886493" sldId="257"/>
        </pc:sldMkLst>
        <pc:spChg chg="add mod">
          <ac:chgData name="Rafael Barbosa" userId="e85c8a03f9c5b7e8" providerId="LiveId" clId="{79C81F2C-6C5D-43FC-975B-AB0E7060F46B}" dt="2023-10-01T17:48:53.091" v="177" actId="207"/>
          <ac:spMkLst>
            <pc:docMk/>
            <pc:sldMk cId="881886493" sldId="257"/>
            <ac:spMk id="2" creationId="{FFF0BDEF-6349-D97A-6934-10020CAE2705}"/>
          </ac:spMkLst>
        </pc:spChg>
        <pc:spChg chg="del">
          <ac:chgData name="Rafael Barbosa" userId="e85c8a03f9c5b7e8" providerId="LiveId" clId="{79C81F2C-6C5D-43FC-975B-AB0E7060F46B}" dt="2023-10-01T17:46:56.374" v="137" actId="478"/>
          <ac:spMkLst>
            <pc:docMk/>
            <pc:sldMk cId="881886493" sldId="257"/>
            <ac:spMk id="3" creationId="{7B6023CA-E632-30F8-C663-B350950099E9}"/>
          </ac:spMkLst>
        </pc:spChg>
        <pc:spChg chg="add mod">
          <ac:chgData name="Rafael Barbosa" userId="e85c8a03f9c5b7e8" providerId="LiveId" clId="{79C81F2C-6C5D-43FC-975B-AB0E7060F46B}" dt="2023-10-01T17:49:04.897" v="180" actId="207"/>
          <ac:spMkLst>
            <pc:docMk/>
            <pc:sldMk cId="881886493" sldId="257"/>
            <ac:spMk id="4" creationId="{4596B035-0DBB-9A37-7C43-76D6D660033B}"/>
          </ac:spMkLst>
        </pc:spChg>
        <pc:spChg chg="add mod">
          <ac:chgData name="Rafael Barbosa" userId="e85c8a03f9c5b7e8" providerId="LiveId" clId="{79C81F2C-6C5D-43FC-975B-AB0E7060F46B}" dt="2023-10-01T17:49:27.183" v="186" actId="1076"/>
          <ac:spMkLst>
            <pc:docMk/>
            <pc:sldMk cId="881886493" sldId="257"/>
            <ac:spMk id="5" creationId="{26713E6F-5A0F-95C7-054E-AF4693ADCE26}"/>
          </ac:spMkLst>
        </pc:spChg>
        <pc:spChg chg="add mod">
          <ac:chgData name="Rafael Barbosa" userId="e85c8a03f9c5b7e8" providerId="LiveId" clId="{79C81F2C-6C5D-43FC-975B-AB0E7060F46B}" dt="2023-10-01T17:49:42.614" v="191" actId="207"/>
          <ac:spMkLst>
            <pc:docMk/>
            <pc:sldMk cId="881886493" sldId="257"/>
            <ac:spMk id="6" creationId="{5E00E286-944E-1E5D-A6C8-F6CE06913404}"/>
          </ac:spMkLst>
        </pc:spChg>
        <pc:spChg chg="add del mod">
          <ac:chgData name="Rafael Barbosa" userId="e85c8a03f9c5b7e8" providerId="LiveId" clId="{79C81F2C-6C5D-43FC-975B-AB0E7060F46B}" dt="2023-10-01T17:59:16.039" v="459" actId="20577"/>
          <ac:spMkLst>
            <pc:docMk/>
            <pc:sldMk cId="881886493" sldId="257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9:23.590" v="473" actId="20577"/>
          <ac:spMkLst>
            <pc:docMk/>
            <pc:sldMk cId="881886493" sldId="257"/>
            <ac:spMk id="9" creationId="{0250644C-8C05-3BE1-9E65-48AC449346C0}"/>
          </ac:spMkLst>
        </pc:spChg>
        <pc:spChg chg="add del mod">
          <ac:chgData name="Rafael Barbosa" userId="e85c8a03f9c5b7e8" providerId="LiveId" clId="{79C81F2C-6C5D-43FC-975B-AB0E7060F46B}" dt="2023-10-01T17:59:19.870" v="466" actId="20577"/>
          <ac:spMkLst>
            <pc:docMk/>
            <pc:sldMk cId="881886493" sldId="257"/>
            <ac:spMk id="10" creationId="{E38E50B8-D905-70CF-6B50-E53D5106A3ED}"/>
          </ac:spMkLst>
        </pc:spChg>
        <pc:spChg chg="add mod">
          <ac:chgData name="Rafael Barbosa" userId="e85c8a03f9c5b7e8" providerId="LiveId" clId="{79C81F2C-6C5D-43FC-975B-AB0E7060F46B}" dt="2023-10-01T17:50:01.610" v="199" actId="207"/>
          <ac:spMkLst>
            <pc:docMk/>
            <pc:sldMk cId="881886493" sldId="257"/>
            <ac:spMk id="11" creationId="{DACD36A5-2B7E-67D0-F57F-6EE3BD45BDAF}"/>
          </ac:spMkLst>
        </pc:spChg>
        <pc:spChg chg="add mod">
          <ac:chgData name="Rafael Barbosa" userId="e85c8a03f9c5b7e8" providerId="LiveId" clId="{79C81F2C-6C5D-43FC-975B-AB0E7060F46B}" dt="2023-10-01T17:50:26.870" v="204" actId="207"/>
          <ac:spMkLst>
            <pc:docMk/>
            <pc:sldMk cId="881886493" sldId="257"/>
            <ac:spMk id="12" creationId="{A9BC5170-FB3F-9782-B1D7-C3A6525D1EAD}"/>
          </ac:spMkLst>
        </pc:spChg>
        <pc:picChg chg="del">
          <ac:chgData name="Rafael Barbosa" userId="e85c8a03f9c5b7e8" providerId="LiveId" clId="{79C81F2C-6C5D-43FC-975B-AB0E7060F46B}" dt="2023-10-01T17:46:54.431" v="136" actId="478"/>
          <ac:picMkLst>
            <pc:docMk/>
            <pc:sldMk cId="881886493" sldId="257"/>
            <ac:picMk id="7" creationId="{A37E12C4-435B-3840-D611-7DB3A00C7109}"/>
          </ac:picMkLst>
        </pc:picChg>
      </pc:sldChg>
      <pc:sldChg chg="addSp delSp modSp add mod setBg">
        <pc:chgData name="Rafael Barbosa" userId="e85c8a03f9c5b7e8" providerId="LiveId" clId="{79C81F2C-6C5D-43FC-975B-AB0E7060F46B}" dt="2023-10-01T17:53:56.312" v="272" actId="478"/>
        <pc:sldMkLst>
          <pc:docMk/>
          <pc:sldMk cId="541010141" sldId="258"/>
        </pc:sldMkLst>
        <pc:spChg chg="add mod">
          <ac:chgData name="Rafael Barbosa" userId="e85c8a03f9c5b7e8" providerId="LiveId" clId="{79C81F2C-6C5D-43FC-975B-AB0E7060F46B}" dt="2023-10-01T17:53:33.863" v="260" actId="1035"/>
          <ac:spMkLst>
            <pc:docMk/>
            <pc:sldMk cId="541010141" sldId="258"/>
            <ac:spMk id="2" creationId="{E56252DC-DD8C-83EF-54F9-708D60943F96}"/>
          </ac:spMkLst>
        </pc:spChg>
        <pc:spChg chg="del">
          <ac:chgData name="Rafael Barbosa" userId="e85c8a03f9c5b7e8" providerId="LiveId" clId="{79C81F2C-6C5D-43FC-975B-AB0E7060F46B}" dt="2023-10-01T17:53:56.312" v="272" actId="478"/>
          <ac:spMkLst>
            <pc:docMk/>
            <pc:sldMk cId="541010141" sldId="258"/>
            <ac:spMk id="3" creationId="{7B6023CA-E632-30F8-C663-B350950099E9}"/>
          </ac:spMkLst>
        </pc:spChg>
        <pc:spChg chg="mod">
          <ac:chgData name="Rafael Barbosa" userId="e85c8a03f9c5b7e8" providerId="LiveId" clId="{79C81F2C-6C5D-43FC-975B-AB0E7060F46B}" dt="2023-10-01T17:52:58.095" v="239" actId="20577"/>
          <ac:spMkLst>
            <pc:docMk/>
            <pc:sldMk cId="541010141" sldId="258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3:04.354" v="252" actId="20577"/>
          <ac:spMkLst>
            <pc:docMk/>
            <pc:sldMk cId="541010141" sldId="258"/>
            <ac:spMk id="9" creationId="{0250644C-8C05-3BE1-9E65-48AC449346C0}"/>
          </ac:spMkLst>
        </pc:spChg>
        <pc:spChg chg="mod">
          <ac:chgData name="Rafael Barbosa" userId="e85c8a03f9c5b7e8" providerId="LiveId" clId="{79C81F2C-6C5D-43FC-975B-AB0E7060F46B}" dt="2023-10-01T17:53:01.135" v="247" actId="20577"/>
          <ac:spMkLst>
            <pc:docMk/>
            <pc:sldMk cId="541010141" sldId="258"/>
            <ac:spMk id="10" creationId="{E38E50B8-D905-70CF-6B50-E53D5106A3ED}"/>
          </ac:spMkLst>
        </pc:spChg>
        <pc:spChg chg="del">
          <ac:chgData name="Rafael Barbosa" userId="e85c8a03f9c5b7e8" providerId="LiveId" clId="{79C81F2C-6C5D-43FC-975B-AB0E7060F46B}" dt="2023-10-01T17:53:18.160" v="254" actId="478"/>
          <ac:spMkLst>
            <pc:docMk/>
            <pc:sldMk cId="541010141" sldId="258"/>
            <ac:spMk id="11" creationId="{90D7FDD1-2B8D-F8E0-9224-52C26BCF7D87}"/>
          </ac:spMkLst>
        </pc:spChg>
        <pc:picChg chg="del">
          <ac:chgData name="Rafael Barbosa" userId="e85c8a03f9c5b7e8" providerId="LiveId" clId="{79C81F2C-6C5D-43FC-975B-AB0E7060F46B}" dt="2023-10-01T17:53:53.391" v="271" actId="478"/>
          <ac:picMkLst>
            <pc:docMk/>
            <pc:sldMk cId="541010141" sldId="258"/>
            <ac:picMk id="7" creationId="{A37E12C4-435B-3840-D611-7DB3A00C7109}"/>
          </ac:picMkLst>
        </pc:picChg>
        <pc:picChg chg="add mod">
          <ac:chgData name="Rafael Barbosa" userId="e85c8a03f9c5b7e8" providerId="LiveId" clId="{79C81F2C-6C5D-43FC-975B-AB0E7060F46B}" dt="2023-10-01T17:53:52.262" v="270" actId="1076"/>
          <ac:picMkLst>
            <pc:docMk/>
            <pc:sldMk cId="541010141" sldId="258"/>
            <ac:picMk id="1026" creationId="{078D0964-95C2-1E16-25FC-E4C15B0C2763}"/>
          </ac:picMkLst>
        </pc:picChg>
      </pc:sldChg>
      <pc:sldChg chg="delSp modSp add mod">
        <pc:chgData name="Rafael Barbosa" userId="e85c8a03f9c5b7e8" providerId="LiveId" clId="{79C81F2C-6C5D-43FC-975B-AB0E7060F46B}" dt="2023-10-01T17:55:02.151" v="329" actId="478"/>
        <pc:sldMkLst>
          <pc:docMk/>
          <pc:sldMk cId="1673451808" sldId="259"/>
        </pc:sldMkLst>
        <pc:spChg chg="del">
          <ac:chgData name="Rafael Barbosa" userId="e85c8a03f9c5b7e8" providerId="LiveId" clId="{79C81F2C-6C5D-43FC-975B-AB0E7060F46B}" dt="2023-10-01T17:55:02.151" v="329" actId="478"/>
          <ac:spMkLst>
            <pc:docMk/>
            <pc:sldMk cId="1673451808" sldId="259"/>
            <ac:spMk id="3" creationId="{7B6023CA-E632-30F8-C663-B350950099E9}"/>
          </ac:spMkLst>
        </pc:spChg>
        <pc:spChg chg="mod">
          <ac:chgData name="Rafael Barbosa" userId="e85c8a03f9c5b7e8" providerId="LiveId" clId="{79C81F2C-6C5D-43FC-975B-AB0E7060F46B}" dt="2023-10-01T17:54:41.271" v="310" actId="20577"/>
          <ac:spMkLst>
            <pc:docMk/>
            <pc:sldMk cId="1673451808" sldId="259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4:49.767" v="327" actId="20577"/>
          <ac:spMkLst>
            <pc:docMk/>
            <pc:sldMk cId="1673451808" sldId="259"/>
            <ac:spMk id="9" creationId="{0250644C-8C05-3BE1-9E65-48AC449346C0}"/>
          </ac:spMkLst>
        </pc:spChg>
        <pc:spChg chg="mod">
          <ac:chgData name="Rafael Barbosa" userId="e85c8a03f9c5b7e8" providerId="LiveId" clId="{79C81F2C-6C5D-43FC-975B-AB0E7060F46B}" dt="2023-10-01T17:54:44.638" v="318" actId="20577"/>
          <ac:spMkLst>
            <pc:docMk/>
            <pc:sldMk cId="1673451808" sldId="259"/>
            <ac:spMk id="10" creationId="{E38E50B8-D905-70CF-6B50-E53D5106A3ED}"/>
          </ac:spMkLst>
        </pc:spChg>
        <pc:picChg chg="mod">
          <ac:chgData name="Rafael Barbosa" userId="e85c8a03f9c5b7e8" providerId="LiveId" clId="{79C81F2C-6C5D-43FC-975B-AB0E7060F46B}" dt="2023-10-01T17:55:00.163" v="328" actId="14826"/>
          <ac:picMkLst>
            <pc:docMk/>
            <pc:sldMk cId="1673451808" sldId="259"/>
            <ac:picMk id="7" creationId="{A37E12C4-435B-3840-D611-7DB3A00C7109}"/>
          </ac:picMkLst>
        </pc:picChg>
      </pc:sldChg>
      <pc:sldChg chg="modSp add mod">
        <pc:chgData name="Rafael Barbosa" userId="e85c8a03f9c5b7e8" providerId="LiveId" clId="{79C81F2C-6C5D-43FC-975B-AB0E7060F46B}" dt="2023-10-01T17:55:33.894" v="339" actId="20577"/>
        <pc:sldMkLst>
          <pc:docMk/>
          <pc:sldMk cId="2603983793" sldId="260"/>
        </pc:sldMkLst>
        <pc:spChg chg="mod">
          <ac:chgData name="Rafael Barbosa" userId="e85c8a03f9c5b7e8" providerId="LiveId" clId="{79C81F2C-6C5D-43FC-975B-AB0E7060F46B}" dt="2023-10-01T17:55:30.943" v="334" actId="20577"/>
          <ac:spMkLst>
            <pc:docMk/>
            <pc:sldMk cId="2603983793" sldId="260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5:33.894" v="339" actId="20577"/>
          <ac:spMkLst>
            <pc:docMk/>
            <pc:sldMk cId="2603983793" sldId="260"/>
            <ac:spMk id="9" creationId="{0250644C-8C05-3BE1-9E65-48AC449346C0}"/>
          </ac:spMkLst>
        </pc:spChg>
        <pc:picChg chg="mod">
          <ac:chgData name="Rafael Barbosa" userId="e85c8a03f9c5b7e8" providerId="LiveId" clId="{79C81F2C-6C5D-43FC-975B-AB0E7060F46B}" dt="2023-10-01T17:55:28.228" v="331" actId="14826"/>
          <ac:picMkLst>
            <pc:docMk/>
            <pc:sldMk cId="2603983793" sldId="260"/>
            <ac:picMk id="7" creationId="{A37E12C4-435B-3840-D611-7DB3A00C7109}"/>
          </ac:picMkLst>
        </pc:picChg>
      </pc:sldChg>
      <pc:sldChg chg="add del setBg">
        <pc:chgData name="Rafael Barbosa" userId="e85c8a03f9c5b7e8" providerId="LiveId" clId="{79C81F2C-6C5D-43FC-975B-AB0E7060F46B}" dt="2023-10-01T17:55:37.224" v="341"/>
        <pc:sldMkLst>
          <pc:docMk/>
          <pc:sldMk cId="3215930144" sldId="261"/>
        </pc:sldMkLst>
      </pc:sldChg>
      <pc:sldChg chg="modSp add mod">
        <pc:chgData name="Rafael Barbosa" userId="e85c8a03f9c5b7e8" providerId="LiveId" clId="{79C81F2C-6C5D-43FC-975B-AB0E7060F46B}" dt="2023-10-01T17:55:44.246" v="349" actId="20577"/>
        <pc:sldMkLst>
          <pc:docMk/>
          <pc:sldMk cId="3938631347" sldId="261"/>
        </pc:sldMkLst>
        <pc:spChg chg="mod">
          <ac:chgData name="Rafael Barbosa" userId="e85c8a03f9c5b7e8" providerId="LiveId" clId="{79C81F2C-6C5D-43FC-975B-AB0E7060F46B}" dt="2023-10-01T17:55:41.889" v="344" actId="20577"/>
          <ac:spMkLst>
            <pc:docMk/>
            <pc:sldMk cId="3938631347" sldId="261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5:44.246" v="349" actId="20577"/>
          <ac:spMkLst>
            <pc:docMk/>
            <pc:sldMk cId="3938631347" sldId="261"/>
            <ac:spMk id="9" creationId="{0250644C-8C05-3BE1-9E65-48AC449346C0}"/>
          </ac:spMkLst>
        </pc:spChg>
      </pc:sldChg>
      <pc:sldChg chg="modSp add mod">
        <pc:chgData name="Rafael Barbosa" userId="e85c8a03f9c5b7e8" providerId="LiveId" clId="{79C81F2C-6C5D-43FC-975B-AB0E7060F46B}" dt="2023-10-01T17:55:55.895" v="357" actId="20577"/>
        <pc:sldMkLst>
          <pc:docMk/>
          <pc:sldMk cId="3940028987" sldId="262"/>
        </pc:sldMkLst>
        <pc:spChg chg="mod">
          <ac:chgData name="Rafael Barbosa" userId="e85c8a03f9c5b7e8" providerId="LiveId" clId="{79C81F2C-6C5D-43FC-975B-AB0E7060F46B}" dt="2023-10-01T17:55:55.895" v="357" actId="20577"/>
          <ac:spMkLst>
            <pc:docMk/>
            <pc:sldMk cId="3940028987" sldId="262"/>
            <ac:spMk id="9" creationId="{0250644C-8C05-3BE1-9E65-48AC449346C0}"/>
          </ac:spMkLst>
        </pc:spChg>
      </pc:sldChg>
      <pc:sldChg chg="add del setBg">
        <pc:chgData name="Rafael Barbosa" userId="e85c8a03f9c5b7e8" providerId="LiveId" clId="{79C81F2C-6C5D-43FC-975B-AB0E7060F46B}" dt="2023-10-01T17:55:52.342" v="351"/>
        <pc:sldMkLst>
          <pc:docMk/>
          <pc:sldMk cId="4071125262" sldId="262"/>
        </pc:sldMkLst>
      </pc:sldChg>
      <pc:sldChg chg="addSp delSp modSp add mod">
        <pc:chgData name="Rafael Barbosa" userId="e85c8a03f9c5b7e8" providerId="LiveId" clId="{79C81F2C-6C5D-43FC-975B-AB0E7060F46B}" dt="2023-10-01T17:57:08.526" v="391" actId="1076"/>
        <pc:sldMkLst>
          <pc:docMk/>
          <pc:sldMk cId="378712837" sldId="263"/>
        </pc:sldMkLst>
        <pc:spChg chg="add mod">
          <ac:chgData name="Rafael Barbosa" userId="e85c8a03f9c5b7e8" providerId="LiveId" clId="{79C81F2C-6C5D-43FC-975B-AB0E7060F46B}" dt="2023-10-01T17:57:08.526" v="391" actId="1076"/>
          <ac:spMkLst>
            <pc:docMk/>
            <pc:sldMk cId="378712837" sldId="263"/>
            <ac:spMk id="2" creationId="{7719DA6E-A55E-5F3F-DF8A-C74ED1E60357}"/>
          </ac:spMkLst>
        </pc:spChg>
        <pc:spChg chg="mod">
          <ac:chgData name="Rafael Barbosa" userId="e85c8a03f9c5b7e8" providerId="LiveId" clId="{79C81F2C-6C5D-43FC-975B-AB0E7060F46B}" dt="2023-10-01T17:56:42.470" v="364" actId="20577"/>
          <ac:spMkLst>
            <pc:docMk/>
            <pc:sldMk cId="378712837" sldId="263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6:56.566" v="388" actId="20577"/>
          <ac:spMkLst>
            <pc:docMk/>
            <pc:sldMk cId="378712837" sldId="263"/>
            <ac:spMk id="9" creationId="{0250644C-8C05-3BE1-9E65-48AC449346C0}"/>
          </ac:spMkLst>
        </pc:spChg>
        <pc:spChg chg="mod">
          <ac:chgData name="Rafael Barbosa" userId="e85c8a03f9c5b7e8" providerId="LiveId" clId="{79C81F2C-6C5D-43FC-975B-AB0E7060F46B}" dt="2023-10-01T17:56:45.494" v="373" actId="20577"/>
          <ac:spMkLst>
            <pc:docMk/>
            <pc:sldMk cId="378712837" sldId="263"/>
            <ac:spMk id="10" creationId="{E38E50B8-D905-70CF-6B50-E53D5106A3ED}"/>
          </ac:spMkLst>
        </pc:spChg>
        <pc:spChg chg="del">
          <ac:chgData name="Rafael Barbosa" userId="e85c8a03f9c5b7e8" providerId="LiveId" clId="{79C81F2C-6C5D-43FC-975B-AB0E7060F46B}" dt="2023-10-01T17:57:05.232" v="390" actId="478"/>
          <ac:spMkLst>
            <pc:docMk/>
            <pc:sldMk cId="378712837" sldId="263"/>
            <ac:spMk id="11" creationId="{90D7FDD1-2B8D-F8E0-9224-52C26BCF7D87}"/>
          </ac:spMkLst>
        </pc:spChg>
        <pc:picChg chg="mod">
          <ac:chgData name="Rafael Barbosa" userId="e85c8a03f9c5b7e8" providerId="LiveId" clId="{79C81F2C-6C5D-43FC-975B-AB0E7060F46B}" dt="2023-10-01T17:56:36.586" v="359" actId="14826"/>
          <ac:picMkLst>
            <pc:docMk/>
            <pc:sldMk cId="378712837" sldId="263"/>
            <ac:picMk id="7" creationId="{A37E12C4-435B-3840-D611-7DB3A00C7109}"/>
          </ac:picMkLst>
        </pc:picChg>
      </pc:sldChg>
      <pc:sldChg chg="addSp delSp modSp add mod">
        <pc:chgData name="Rafael Barbosa" userId="e85c8a03f9c5b7e8" providerId="LiveId" clId="{79C81F2C-6C5D-43FC-975B-AB0E7060F46B}" dt="2023-10-01T17:58:57.878" v="436" actId="1076"/>
        <pc:sldMkLst>
          <pc:docMk/>
          <pc:sldMk cId="1780723859" sldId="264"/>
        </pc:sldMkLst>
        <pc:spChg chg="del">
          <ac:chgData name="Rafael Barbosa" userId="e85c8a03f9c5b7e8" providerId="LiveId" clId="{79C81F2C-6C5D-43FC-975B-AB0E7060F46B}" dt="2023-10-01T17:57:54.512" v="405" actId="478"/>
          <ac:spMkLst>
            <pc:docMk/>
            <pc:sldMk cId="1780723859" sldId="264"/>
            <ac:spMk id="2" creationId="{7719DA6E-A55E-5F3F-DF8A-C74ED1E60357}"/>
          </ac:spMkLst>
        </pc:spChg>
        <pc:spChg chg="add mod">
          <ac:chgData name="Rafael Barbosa" userId="e85c8a03f9c5b7e8" providerId="LiveId" clId="{79C81F2C-6C5D-43FC-975B-AB0E7060F46B}" dt="2023-10-01T17:58:03.277" v="408" actId="1076"/>
          <ac:spMkLst>
            <pc:docMk/>
            <pc:sldMk cId="1780723859" sldId="264"/>
            <ac:spMk id="4" creationId="{0DAD2D54-6F7A-2393-2952-BA10A00B823E}"/>
          </ac:spMkLst>
        </pc:spChg>
        <pc:spChg chg="mod">
          <ac:chgData name="Rafael Barbosa" userId="e85c8a03f9c5b7e8" providerId="LiveId" clId="{79C81F2C-6C5D-43FC-975B-AB0E7060F46B}" dt="2023-10-01T17:57:43.719" v="396" actId="20577"/>
          <ac:spMkLst>
            <pc:docMk/>
            <pc:sldMk cId="1780723859" sldId="264"/>
            <ac:spMk id="8" creationId="{C749032D-7E82-2970-10BC-6C7DB82A2DDE}"/>
          </ac:spMkLst>
        </pc:spChg>
        <pc:spChg chg="mod">
          <ac:chgData name="Rafael Barbosa" userId="e85c8a03f9c5b7e8" providerId="LiveId" clId="{79C81F2C-6C5D-43FC-975B-AB0E7060F46B}" dt="2023-10-01T17:58:41.371" v="431" actId="20577"/>
          <ac:spMkLst>
            <pc:docMk/>
            <pc:sldMk cId="1780723859" sldId="264"/>
            <ac:spMk id="9" creationId="{0250644C-8C05-3BE1-9E65-48AC449346C0}"/>
          </ac:spMkLst>
        </pc:spChg>
        <pc:spChg chg="mod">
          <ac:chgData name="Rafael Barbosa" userId="e85c8a03f9c5b7e8" providerId="LiveId" clId="{79C81F2C-6C5D-43FC-975B-AB0E7060F46B}" dt="2023-10-01T17:57:46.759" v="403" actId="20577"/>
          <ac:spMkLst>
            <pc:docMk/>
            <pc:sldMk cId="1780723859" sldId="264"/>
            <ac:spMk id="10" creationId="{E38E50B8-D905-70CF-6B50-E53D5106A3ED}"/>
          </ac:spMkLst>
        </pc:spChg>
        <pc:picChg chg="mod">
          <ac:chgData name="Rafael Barbosa" userId="e85c8a03f9c5b7e8" providerId="LiveId" clId="{79C81F2C-6C5D-43FC-975B-AB0E7060F46B}" dt="2023-10-01T17:58:57.878" v="436" actId="1076"/>
          <ac:picMkLst>
            <pc:docMk/>
            <pc:sldMk cId="1780723859" sldId="264"/>
            <ac:picMk id="7" creationId="{A37E12C4-435B-3840-D611-7DB3A00C7109}"/>
          </ac:picMkLst>
        </pc:picChg>
      </pc:sldChg>
      <pc:sldChg chg="add del setBg">
        <pc:chgData name="Rafael Barbosa" userId="e85c8a03f9c5b7e8" providerId="LiveId" clId="{79C81F2C-6C5D-43FC-975B-AB0E7060F46B}" dt="2023-10-02T17:27:15.958" v="517"/>
        <pc:sldMkLst>
          <pc:docMk/>
          <pc:sldMk cId="4232856678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4594D-CAF1-6606-6C47-50386D282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AFBF8D-6D10-0B87-8DF5-B6BB78E76E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7B8BC-C4DA-3F4E-B0F3-BC508323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7A1E6C-9DDD-F31F-D810-6C66839D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8EAF3C-E360-3817-D424-4E80BD5B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1757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EBE35-9939-4A42-839C-51B1F5A9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12261F7-34E8-5BE0-3DC5-1C709FF4F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5922F7-6024-E149-C974-58BA4C5A2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6FC088-6962-82C3-DF03-9D5834F8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E7B394-147F-2A62-8336-7DE46FEB8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2973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B6FE6-2D9F-0059-5341-4FD4C009B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6" y="3039535"/>
            <a:ext cx="5915025" cy="5071532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5D22A6-977F-99C5-C9A4-3B4BB3FB44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6" y="8159046"/>
            <a:ext cx="5915025" cy="2666999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5885F1-FA4F-C1C7-91E9-819D9594C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4C0DA2-2C01-C612-22EC-A0E5BA4EF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445487F-5F2E-1AFC-29C2-CDC9D8D2E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2121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701850-5077-4120-3319-036D7D99D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8394D56-163C-355F-6C91-A9E0FB03B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259276C-0A21-7FEA-A1B5-B3209D11D7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DE93C0E-8483-FB89-88FA-01867E028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A40D3E-68DC-2918-9D40-998CC797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7A30C1-DE70-720A-EEB4-9B6104F52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351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2B61A6-FE8B-82DA-158F-DCC09AE96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649112"/>
            <a:ext cx="5915025" cy="2356556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88901E-A0EE-69A1-4BFA-07A15983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8CF121-A252-F2FB-DE19-9BE410CD54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323E060-D0FE-E611-7C8B-3403BCCE9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F4007BA-02C9-12CD-B5BF-0A40512CF8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5E6FAB4-D3C8-260E-4630-115225EF2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24A6E0-D8F9-429F-36C2-3EB0F1D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470352-49AE-7A19-5FCF-81B56AD13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1495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35258-CD7D-2B54-C0FB-0CF40C666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0EB387-8FAA-61EC-D045-5A629F93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D862854-DB23-2168-20C4-90E450DA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9A3B9C5-DC17-4325-B660-6920C67A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964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D88DCAE-5BFF-315F-094E-E02374F9D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C757A01-F925-E3D2-D7F3-F47CB2B02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89F6471-1D3C-B987-194F-3E043D3C3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408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13492A-6A89-DF3E-04F1-024D86AC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F1100EE-782B-08C3-2CE6-40E499E70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3598FA5-BACD-D452-DDDF-5BED8BEF6F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1DCC9C6-72F6-1521-1076-58E2F5FC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C9E22C3-69BD-D271-7765-42991BFD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9A5B8D-3264-4BEF-6CDB-128424C1A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8918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C45739-68B8-5F21-E9F7-A16120F10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3" cy="284480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397BD2B-D02B-B03E-F441-672E406D36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5543" y="1755423"/>
            <a:ext cx="3471863" cy="8664222"/>
          </a:xfrm>
        </p:spPr>
        <p:txBody>
          <a:bodyPr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3C356D-2FE0-9164-2C51-144EA6D6AE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3" cy="6776156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577DDC-72E8-B20E-36C4-675A64A26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70446C-F220-7A19-E5D1-016E350EC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EA0E2-BFE9-0586-A8F2-79D5F07C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0354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F732C2-CA97-451C-E6A9-3269289BB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B34F7E8-D0BE-A548-910E-F6E6C86D4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E14BCA-F2EF-D296-1803-6F4C8CE18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BF7866D-5E3D-6539-712A-C8E541CF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FA9700-4B00-A118-06CF-D5406E4E1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5450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08546C1-B695-0C83-9B2C-B841CBDF06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918E76-B83F-83D0-BB6B-6D1D72C59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C9596D-BF36-8F86-41CE-3EEEB613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06B8E3-0723-2A44-8B95-9BA11AA97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8447D5-F82B-0C86-2BD9-AE919BC63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6351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E26EC75-7B18-5BCB-304C-2916B527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649112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11D0F70-A69D-262C-F11E-0E8F4F5048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8714E5-D4D7-A152-6DC6-225874BB83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8797B-565C-4DD8-8473-12759594B014}" type="datetimeFigureOut">
              <a:rPr lang="pt-BR" smtClean="0"/>
              <a:t>02/10/2023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1BD2D-322E-B169-55CB-68CFC98BF3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11300179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004C2B-2FAB-60D0-DD0B-3EBF0328F3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79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1D313-F0FF-4825-8EC8-0FBAE049E32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245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625620" rtl="0" eaLnBrk="1" latinLnBrk="0" hangingPunct="1">
        <a:lnSpc>
          <a:spcPct val="90000"/>
        </a:lnSpc>
        <a:spcBef>
          <a:spcPct val="0"/>
        </a:spcBef>
        <a:buNone/>
        <a:defRPr sz="7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06405" indent="-406405" algn="l" defTabSz="1625620" rtl="0" eaLnBrk="1" latinLnBrk="0" hangingPunct="1">
        <a:lnSpc>
          <a:spcPct val="90000"/>
        </a:lnSpc>
        <a:spcBef>
          <a:spcPts val="1778"/>
        </a:spcBef>
        <a:buFont typeface="Arial" panose="020B0604020202020204" pitchFamily="34" charset="0"/>
        <a:buChar char="•"/>
        <a:defRPr sz="4978" kern="1200">
          <a:solidFill>
            <a:schemeClr val="tx1"/>
          </a:solidFill>
          <a:latin typeface="+mn-lt"/>
          <a:ea typeface="+mn-ea"/>
          <a:cs typeface="+mn-cs"/>
        </a:defRPr>
      </a:lvl1pPr>
      <a:lvl2pPr marL="121921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2pPr>
      <a:lvl3pPr marL="2032025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556" kern="1200">
          <a:solidFill>
            <a:schemeClr val="tx1"/>
          </a:solidFill>
          <a:latin typeface="+mn-lt"/>
          <a:ea typeface="+mn-ea"/>
          <a:cs typeface="+mn-cs"/>
        </a:defRPr>
      </a:lvl3pPr>
      <a:lvl4pPr marL="284483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4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47045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528326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609607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908886" indent="-406405" algn="l" defTabSz="1625620" rtl="0" eaLnBrk="1" latinLnBrk="0" hangingPunct="1">
        <a:lnSpc>
          <a:spcPct val="90000"/>
        </a:lnSpc>
        <a:spcBef>
          <a:spcPts val="889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281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2562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38430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5124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6405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7686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68967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02481" algn="l" defTabSz="1625620" rtl="0" eaLnBrk="1" latinLnBrk="0" hangingPunct="1">
        <a:defRPr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B6023CA-E632-30F8-C663-B35095009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1295400"/>
            <a:ext cx="6857998" cy="960119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ERA UMA VEZ UMA ESTRELA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08h30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LEGENDADO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59A488-F83D-20F2-AA7D-05038F2E8832}"/>
              </a:ext>
            </a:extLst>
          </p:cNvPr>
          <p:cNvSpPr txBox="1"/>
          <p:nvPr/>
        </p:nvSpPr>
        <p:spPr>
          <a:xfrm>
            <a:off x="6256425" y="11676544"/>
            <a:ext cx="601575" cy="523220"/>
          </a:xfrm>
          <a:prstGeom prst="rect">
            <a:avLst/>
          </a:prstGeom>
          <a:solidFill>
            <a:srgbClr val="FFCA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12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270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B6023CA-E632-30F8-C663-B35095009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1295400"/>
            <a:ext cx="6857999" cy="960119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LUPIN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20h00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LEGENDADO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719DA6E-A55E-5F3F-DF8A-C74ED1E60357}"/>
              </a:ext>
            </a:extLst>
          </p:cNvPr>
          <p:cNvSpPr txBox="1"/>
          <p:nvPr/>
        </p:nvSpPr>
        <p:spPr>
          <a:xfrm>
            <a:off x="6256422" y="11668780"/>
            <a:ext cx="601575" cy="523220"/>
          </a:xfrm>
          <a:prstGeom prst="rect">
            <a:avLst/>
          </a:prstGeom>
          <a:solidFill>
            <a:srgbClr val="EF2517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71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7B6023CA-E632-30F8-C663-B350950099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52502"/>
            <a:ext cx="6857997" cy="10286996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LOKI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20h50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DUBLADO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AD2D54-6F7A-2393-2952-BA10A00B823E}"/>
              </a:ext>
            </a:extLst>
          </p:cNvPr>
          <p:cNvSpPr txBox="1"/>
          <p:nvPr/>
        </p:nvSpPr>
        <p:spPr>
          <a:xfrm>
            <a:off x="6256425" y="11668780"/>
            <a:ext cx="601575" cy="523220"/>
          </a:xfrm>
          <a:prstGeom prst="rect">
            <a:avLst/>
          </a:prstGeom>
          <a:solidFill>
            <a:srgbClr val="F983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14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72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NOME_PRODUÇÃO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HORÁRIO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LEGENDA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FF0BDEF-6349-D97A-6934-10020CAE2705}"/>
              </a:ext>
            </a:extLst>
          </p:cNvPr>
          <p:cNvSpPr txBox="1"/>
          <p:nvPr/>
        </p:nvSpPr>
        <p:spPr>
          <a:xfrm>
            <a:off x="6256421" y="5463724"/>
            <a:ext cx="601575" cy="523220"/>
          </a:xfrm>
          <a:prstGeom prst="rect">
            <a:avLst/>
          </a:prstGeom>
          <a:solidFill>
            <a:srgbClr val="0095DE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10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596B035-0DBB-9A37-7C43-76D6D660033B}"/>
              </a:ext>
            </a:extLst>
          </p:cNvPr>
          <p:cNvSpPr txBox="1"/>
          <p:nvPr/>
        </p:nvSpPr>
        <p:spPr>
          <a:xfrm>
            <a:off x="6256425" y="5986944"/>
            <a:ext cx="601575" cy="523220"/>
          </a:xfrm>
          <a:prstGeom prst="rect">
            <a:avLst/>
          </a:prstGeom>
          <a:solidFill>
            <a:srgbClr val="FFCA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12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6713E6F-5A0F-95C7-054E-AF4693ADCE26}"/>
              </a:ext>
            </a:extLst>
          </p:cNvPr>
          <p:cNvSpPr txBox="1"/>
          <p:nvPr/>
        </p:nvSpPr>
        <p:spPr>
          <a:xfrm>
            <a:off x="6256420" y="6510164"/>
            <a:ext cx="601575" cy="523220"/>
          </a:xfrm>
          <a:prstGeom prst="rect">
            <a:avLst/>
          </a:prstGeom>
          <a:solidFill>
            <a:srgbClr val="F983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14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E00E286-944E-1E5D-A6C8-F6CE06913404}"/>
              </a:ext>
            </a:extLst>
          </p:cNvPr>
          <p:cNvSpPr txBox="1"/>
          <p:nvPr/>
        </p:nvSpPr>
        <p:spPr>
          <a:xfrm>
            <a:off x="6256415" y="7033384"/>
            <a:ext cx="601575" cy="523220"/>
          </a:xfrm>
          <a:prstGeom prst="rect">
            <a:avLst/>
          </a:prstGeom>
          <a:solidFill>
            <a:srgbClr val="EF2517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16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ACD36A5-2B7E-67D0-F57F-6EE3BD45BDAF}"/>
              </a:ext>
            </a:extLst>
          </p:cNvPr>
          <p:cNvSpPr txBox="1"/>
          <p:nvPr/>
        </p:nvSpPr>
        <p:spPr>
          <a:xfrm>
            <a:off x="6256414" y="7556604"/>
            <a:ext cx="601575" cy="523220"/>
          </a:xfrm>
          <a:prstGeom prst="rect">
            <a:avLst/>
          </a:prstGeom>
          <a:solidFill>
            <a:srgbClr val="242424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18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A9BC5170-FB3F-9782-B1D7-C3A6525D1EAD}"/>
              </a:ext>
            </a:extLst>
          </p:cNvPr>
          <p:cNvSpPr txBox="1"/>
          <p:nvPr/>
        </p:nvSpPr>
        <p:spPr>
          <a:xfrm>
            <a:off x="6256425" y="4940504"/>
            <a:ext cx="601575" cy="523220"/>
          </a:xfrm>
          <a:prstGeom prst="rect">
            <a:avLst/>
          </a:prstGeom>
          <a:solidFill>
            <a:srgbClr val="0EA477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L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8864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2" y="4167187"/>
            <a:ext cx="6857999" cy="385762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BOM DIA SP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06h00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NACIONAL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D7FDD1-2B8D-F8E0-9224-52C26BCF7D87}"/>
              </a:ext>
            </a:extLst>
          </p:cNvPr>
          <p:cNvSpPr txBox="1"/>
          <p:nvPr/>
        </p:nvSpPr>
        <p:spPr>
          <a:xfrm>
            <a:off x="6256422" y="11666991"/>
            <a:ext cx="601575" cy="523220"/>
          </a:xfrm>
          <a:prstGeom prst="rect">
            <a:avLst/>
          </a:prstGeom>
          <a:solidFill>
            <a:srgbClr val="FFCA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12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34518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" y="4167187"/>
            <a:ext cx="6855966" cy="385762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SP1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11h45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NACIONAL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D7FDD1-2B8D-F8E0-9224-52C26BCF7D87}"/>
              </a:ext>
            </a:extLst>
          </p:cNvPr>
          <p:cNvSpPr txBox="1"/>
          <p:nvPr/>
        </p:nvSpPr>
        <p:spPr>
          <a:xfrm>
            <a:off x="6256422" y="11666991"/>
            <a:ext cx="601575" cy="523220"/>
          </a:xfrm>
          <a:prstGeom prst="rect">
            <a:avLst/>
          </a:prstGeom>
          <a:solidFill>
            <a:srgbClr val="FFCA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12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983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" y="4167187"/>
            <a:ext cx="6855966" cy="385762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SP2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19h10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NACIONAL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D7FDD1-2B8D-F8E0-9224-52C26BCF7D87}"/>
              </a:ext>
            </a:extLst>
          </p:cNvPr>
          <p:cNvSpPr txBox="1"/>
          <p:nvPr/>
        </p:nvSpPr>
        <p:spPr>
          <a:xfrm>
            <a:off x="6256422" y="11666991"/>
            <a:ext cx="601575" cy="523220"/>
          </a:xfrm>
          <a:prstGeom prst="rect">
            <a:avLst/>
          </a:prstGeom>
          <a:solidFill>
            <a:srgbClr val="FFCA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12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631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A37E12C4-435B-3840-D611-7DB3A00C7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4" y="4167187"/>
            <a:ext cx="6855966" cy="3857624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SP2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18h45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NACIONAL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D7FDD1-2B8D-F8E0-9224-52C26BCF7D87}"/>
              </a:ext>
            </a:extLst>
          </p:cNvPr>
          <p:cNvSpPr txBox="1"/>
          <p:nvPr/>
        </p:nvSpPr>
        <p:spPr>
          <a:xfrm>
            <a:off x="6256422" y="11666991"/>
            <a:ext cx="601575" cy="523220"/>
          </a:xfrm>
          <a:prstGeom prst="rect">
            <a:avLst/>
          </a:prstGeom>
          <a:solidFill>
            <a:srgbClr val="FFCA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12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0028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C749032D-7E82-2970-10BC-6C7DB82A2DDE}"/>
              </a:ext>
            </a:extLst>
          </p:cNvPr>
          <p:cNvSpPr txBox="1"/>
          <p:nvPr/>
        </p:nvSpPr>
        <p:spPr>
          <a:xfrm>
            <a:off x="0" y="0"/>
            <a:ext cx="6858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solidFill>
                  <a:schemeClr val="bg1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FANTÁSTICO: O SHOW DA VIDA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0250644C-8C05-3BE1-9E65-48AC449346C0}"/>
              </a:ext>
            </a:extLst>
          </p:cNvPr>
          <p:cNvSpPr txBox="1"/>
          <p:nvPr/>
        </p:nvSpPr>
        <p:spPr>
          <a:xfrm>
            <a:off x="0" y="11266003"/>
            <a:ext cx="685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5400" dirty="0">
                <a:solidFill>
                  <a:srgbClr val="FFFF00"/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20h30</a:t>
            </a:r>
            <a:endParaRPr lang="pt-BR" sz="3200" dirty="0">
              <a:solidFill>
                <a:srgbClr val="FFFF00"/>
              </a:solidFill>
              <a:latin typeface="Aptos Black" panose="020F050202020403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8E50B8-D905-70CF-6B50-E53D5106A3ED}"/>
              </a:ext>
            </a:extLst>
          </p:cNvPr>
          <p:cNvSpPr txBox="1"/>
          <p:nvPr/>
        </p:nvSpPr>
        <p:spPr>
          <a:xfrm>
            <a:off x="-3" y="562897"/>
            <a:ext cx="6858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>
                    <a:lumMod val="65000"/>
                  </a:schemeClr>
                </a:solidFill>
                <a:latin typeface="Aptos Black" panose="020F050202020403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NACIONAL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56252DC-DD8C-83EF-54F9-708D60943F96}"/>
              </a:ext>
            </a:extLst>
          </p:cNvPr>
          <p:cNvSpPr txBox="1"/>
          <p:nvPr/>
        </p:nvSpPr>
        <p:spPr>
          <a:xfrm>
            <a:off x="6256425" y="11672645"/>
            <a:ext cx="601575" cy="523220"/>
          </a:xfrm>
          <a:prstGeom prst="rect">
            <a:avLst/>
          </a:prstGeom>
          <a:solidFill>
            <a:srgbClr val="0EA477"/>
          </a:solidFill>
        </p:spPr>
        <p:txBody>
          <a:bodyPr wrap="square" rtlCol="0">
            <a:spAutoFit/>
          </a:bodyPr>
          <a:lstStyle/>
          <a:p>
            <a:pPr algn="ctr"/>
            <a:r>
              <a:rPr lang="pt-BR" sz="2800" dirty="0">
                <a:solidFill>
                  <a:schemeClr val="bg1"/>
                </a:solidFill>
                <a:latin typeface="Arial" panose="020B0604020202020204" pitchFamily="34" charset="0"/>
                <a:ea typeface="ADLaM Display" panose="020F0502020204030204" pitchFamily="2" charset="0"/>
                <a:cs typeface="Arial" panose="020B0604020202020204" pitchFamily="34" charset="0"/>
              </a:rPr>
              <a:t>L</a:t>
            </a:r>
            <a:endParaRPr lang="pt-BR" sz="3200" dirty="0">
              <a:solidFill>
                <a:schemeClr val="bg1"/>
              </a:solidFill>
              <a:latin typeface="Arial" panose="020B0604020202020204" pitchFamily="34" charset="0"/>
              <a:ea typeface="ADLaM Display" panose="020F0502020204030204" pitchFamily="2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Fantástico: o &quot;Show da Vida&quot; completa 45 anos no ar nos domingos da Globo">
            <a:extLst>
              <a:ext uri="{FF2B5EF4-FFF2-40B4-BE49-F238E27FC236}">
                <a16:creationId xmlns:a16="http://schemas.microsoft.com/office/drawing/2014/main" id="{078D0964-95C2-1E16-25FC-E4C15B0C27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4193411"/>
            <a:ext cx="6857997" cy="3805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10101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54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 Black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Rafael Barbosa</dc:creator>
  <cp:lastModifiedBy>Rafael Barbosa</cp:lastModifiedBy>
  <cp:revision>1</cp:revision>
  <dcterms:created xsi:type="dcterms:W3CDTF">2023-10-01T17:37:44Z</dcterms:created>
  <dcterms:modified xsi:type="dcterms:W3CDTF">2023-10-02T17:32:21Z</dcterms:modified>
</cp:coreProperties>
</file>